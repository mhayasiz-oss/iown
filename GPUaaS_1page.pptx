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GPUaaSは専有環境へ拡張できる構成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1GPUのPoCから専有環境への拡張まで一括管理し、閉域網で国内完結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6080"/>
            <a:ext cx="4123944" cy="1417320"/>
          </a:xfrm>
          <a:prstGeom prst="rect">
            <a:avLst/>
          </a:prstGeom>
          <a:solidFill>
            <a:srgbClr val="F5F6F7"/>
          </a:solidFill>
          <a:ln w="31750">
            <a:solidFill>
              <a:srgbClr val="CC0033"/>
            </a:solidFill>
            <a:prstDash val="solid"/>
          </a:ln>
        </p:spPr>
      </p:sp>
      <p:pic>
        <p:nvPicPr>
          <p:cNvPr id="5" name="Image 0" descr="../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436" y="171061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131238"/>
            <a:ext cx="390448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GPUaaS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28" y="2527173"/>
            <a:ext cx="3904488" cy="34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2026年9月30日提供開始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19172" y="2973400"/>
            <a:ext cx="0" cy="347243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27448" y="1556080"/>
            <a:ext cx="4123944" cy="1417320"/>
          </a:xfrm>
          <a:prstGeom prst="rect">
            <a:avLst/>
          </a:prstGeom>
          <a:solidFill>
            <a:srgbClr val="F5F6F7"/>
          </a:solidFill>
          <a:ln w="9525">
            <a:solidFill>
              <a:srgbClr val="CDD1D5"/>
            </a:solidFill>
            <a:prstDash val="solid"/>
          </a:ln>
        </p:spPr>
      </p:sp>
      <p:pic>
        <p:nvPicPr>
          <p:cNvPr id="10" name="Image 1" descr="../icons/datacen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171061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37176" y="2131238"/>
            <a:ext cx="390448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個社専有GPU環境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837176" y="2527173"/>
            <a:ext cx="3904488" cy="346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専有型GPUを月額で利用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789420" y="2973400"/>
            <a:ext cx="0" cy="347243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" y="4899584"/>
            <a:ext cx="4123944" cy="1417320"/>
          </a:xfrm>
          <a:prstGeom prst="rect">
            <a:avLst/>
          </a:prstGeom>
          <a:solidFill>
            <a:srgbClr val="F5F6F7"/>
          </a:solidFill>
          <a:ln w="9525">
            <a:solidFill>
              <a:srgbClr val="CDD1D5"/>
            </a:solidFill>
            <a:prstDash val="solid"/>
          </a:ln>
        </p:spPr>
      </p:sp>
      <p:pic>
        <p:nvPicPr>
          <p:cNvPr id="15" name="Image 2" descr="../icons/buil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436" y="521825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66928" y="5638876"/>
            <a:ext cx="390448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お客さま拠点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2519172" y="4552340"/>
            <a:ext cx="0" cy="347243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727448" y="4899584"/>
            <a:ext cx="4123944" cy="1417320"/>
          </a:xfrm>
          <a:prstGeom prst="rect">
            <a:avLst/>
          </a:prstGeom>
          <a:solidFill>
            <a:srgbClr val="F5F6F7"/>
          </a:solidFill>
          <a:ln w="9525">
            <a:solidFill>
              <a:srgbClr val="CDD1D5"/>
            </a:solidFill>
            <a:prstDash val="solid"/>
          </a:ln>
        </p:spPr>
      </p:sp>
      <p:pic>
        <p:nvPicPr>
          <p:cNvPr id="19" name="Image 3" descr="..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684" y="521825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37176" y="5638876"/>
            <a:ext cx="390448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6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業務システム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789420" y="4552340"/>
            <a:ext cx="0" cy="347243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57200" y="3320644"/>
            <a:ext cx="8394192" cy="123169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20212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3485236"/>
            <a:ext cx="8394192" cy="463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spc="-30" kern="0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docomo businessのサービス</a:t>
            </a:r>
            <a:endParaRPr lang="en-US" sz="2400" dirty="0"/>
          </a:p>
        </p:txBody>
      </p:sp>
      <p:sp>
        <p:nvSpPr>
          <p:cNvPr id="24" name="Shape 18"/>
          <p:cNvSpPr/>
          <p:nvPr/>
        </p:nvSpPr>
        <p:spPr>
          <a:xfrm>
            <a:off x="621792" y="3957980"/>
            <a:ext cx="2602992" cy="36576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25" name="Text 19"/>
          <p:cNvSpPr/>
          <p:nvPr/>
        </p:nvSpPr>
        <p:spPr>
          <a:xfrm>
            <a:off x="749808" y="39579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RINK®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352800" y="3957980"/>
            <a:ext cx="2602992" cy="36576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27" name="Text 21"/>
          <p:cNvSpPr/>
          <p:nvPr/>
        </p:nvSpPr>
        <p:spPr>
          <a:xfrm>
            <a:off x="3480816" y="39579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APN Plus®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6083808" y="3957980"/>
            <a:ext cx="2602992" cy="365760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29" name="Text 23"/>
          <p:cNvSpPr/>
          <p:nvPr/>
        </p:nvSpPr>
        <p:spPr>
          <a:xfrm>
            <a:off x="6211824" y="3957980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SIGN®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9015984" y="1807769"/>
            <a:ext cx="2688336" cy="1345997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31" name="Text 25"/>
          <p:cNvSpPr/>
          <p:nvPr/>
        </p:nvSpPr>
        <p:spPr>
          <a:xfrm>
            <a:off x="9162288" y="2008937"/>
            <a:ext cx="2395728" cy="36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拡張と追加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9162288" y="2323490"/>
            <a:ext cx="239572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本格利用時は専有環境へ拡張</a:t>
            </a:r>
            <a:endParaRPr lang="en-US" sz="14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不足時はGPUを追加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9015984" y="3263494"/>
            <a:ext cx="2688336" cy="1345997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34" name="Text 28"/>
          <p:cNvSpPr/>
          <p:nvPr/>
        </p:nvSpPr>
        <p:spPr>
          <a:xfrm>
            <a:off x="9162288" y="3464662"/>
            <a:ext cx="2395728" cy="36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統合管理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9162288" y="3779215"/>
            <a:ext cx="239572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AI/GPUコントローラーが</a:t>
            </a:r>
            <a:endParaRPr lang="en-US" sz="14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両環境を一括管理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9015984" y="4719218"/>
            <a:ext cx="2688336" cy="1345997"/>
          </a:xfrm>
          <a:prstGeom prst="rect">
            <a:avLst/>
          </a:prstGeom>
          <a:solidFill>
            <a:srgbClr val="F5F6F7"/>
          </a:solidFill>
          <a:ln/>
        </p:spPr>
      </p:sp>
      <p:sp>
        <p:nvSpPr>
          <p:cNvPr id="37" name="Text 31"/>
          <p:cNvSpPr/>
          <p:nvPr/>
        </p:nvSpPr>
        <p:spPr>
          <a:xfrm>
            <a:off x="9162288" y="4920386"/>
            <a:ext cx="2395728" cy="36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124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国内で完結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9162288" y="5234940"/>
            <a:ext cx="239572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AI処理から業務連携</a:t>
            </a:r>
            <a:endParaRPr lang="en-US" sz="14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Meiryo" pitchFamily="34" charset="-122"/>
                <a:cs typeface="Meiryo" pitchFamily="34" charset="-120"/>
              </a:rPr>
              <a:t>データ保管までを国内で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Meiry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Meiryo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2026-09-28T21:34:29Z</dcterms:created>
  <dcterms:modified xsi:type="dcterms:W3CDTF">2026-09-28T21:34:29Z</dcterms:modified>
</cp:coreProperties>
</file>