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IOWNは光電融合をDC間からチップ内へ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光の適用範囲をネットワークからチップ内へ広げ、2032年に電力効率100倍をめざす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04436" y="151790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12612" y="1554480"/>
            <a:ext cx="0" cy="201168"/>
          </a:xfrm>
          <a:prstGeom prst="line">
            <a:avLst/>
          </a:prstGeom>
          <a:noFill/>
          <a:ln w="12700">
            <a:solidFill>
              <a:srgbClr val="CDD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0628" y="1517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これから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59152" y="1865376"/>
            <a:ext cx="9345168" cy="493776"/>
          </a:xfrm>
          <a:prstGeom prst="rightArrow">
            <a:avLst/>
          </a:prstGeom>
          <a:solidFill>
            <a:srgbClr val="CC0033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865376"/>
            <a:ext cx="78356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ネットワークからコンピューティングへ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59152" y="5079492"/>
            <a:ext cx="9345168" cy="699516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10" name="Shape 8"/>
          <p:cNvSpPr/>
          <p:nvPr/>
        </p:nvSpPr>
        <p:spPr>
          <a:xfrm>
            <a:off x="10465308" y="5273802"/>
            <a:ext cx="103784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65308" y="5273802"/>
            <a:ext cx="10378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遅延1/200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5079492"/>
            <a:ext cx="772210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DC間・サーバ間の接続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　（IOWN 1.0・2023年／APN）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67476" y="4270248"/>
            <a:ext cx="8036844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68644" y="4270248"/>
            <a:ext cx="763450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ボード間の接続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　（IOWN 2.0・2025年）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75799" y="3461004"/>
            <a:ext cx="6728521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65308" y="3655314"/>
            <a:ext cx="103784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5308" y="3655314"/>
            <a:ext cx="10378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容量125倍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76967" y="3461004"/>
            <a:ext cx="510546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パッケージ間の接続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　（IOWN 3.0・2028年）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84123" y="2651760"/>
            <a:ext cx="5420197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09708" y="2846070"/>
            <a:ext cx="139344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09708" y="2846070"/>
            <a:ext cx="13934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電力効率100倍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85291" y="2651760"/>
            <a:ext cx="3441537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ダイ間の接続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　（IOWN 4.0・2032年）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5079492"/>
            <a:ext cx="1773936" cy="699516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5079492"/>
            <a:ext cx="151790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ネットワーク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2651760"/>
            <a:ext cx="1773936" cy="2318004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" y="2651760"/>
            <a:ext cx="1517904" cy="2318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コンピューティング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0"/>
            <a:ext cx="11274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※1いずれも目標値。遅延は同一県内の非圧縮映像、容量は光ファイバ1本、電力効率はフォトニクス適用部分全体が対象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0" y="6565392"/>
            <a:ext cx="7616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出所：NTT（2026年）を基に作成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Meiry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Meiry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2026-09-28T12:52:34Z</dcterms:created>
  <dcterms:modified xsi:type="dcterms:W3CDTF">2026-09-28T12:52:34Z</dcterms:modified>
</cp:coreProperties>
</file>